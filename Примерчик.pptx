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469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5B106E36-FD25-4E2D-B0AA-010F637433A0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олилиния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/>
          <p:cNvGrpSpPr/>
          <p:nvPr/>
        </p:nvGrpSpPr>
        <p:grpSpPr>
          <a:xfrm>
            <a:off x="5652120" y="4581128"/>
            <a:ext cx="2736304" cy="1584176"/>
            <a:chOff x="5940152" y="1268760"/>
            <a:chExt cx="2736304" cy="1584176"/>
          </a:xfrm>
        </p:grpSpPr>
        <p:sp>
          <p:nvSpPr>
            <p:cNvPr id="4" name="Скругленный прямоугольник 3"/>
            <p:cNvSpPr/>
            <p:nvPr/>
          </p:nvSpPr>
          <p:spPr>
            <a:xfrm>
              <a:off x="5940152" y="1268760"/>
              <a:ext cx="2736304" cy="1584176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084168" y="1303600"/>
              <a:ext cx="2448272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mtClean="0"/>
                <a:t>class Enemy</a:t>
              </a:r>
            </a:p>
            <a:p>
              <a:r>
                <a:rPr lang="en-US" smtClean="0"/>
                <a:t>{</a:t>
              </a:r>
            </a:p>
            <a:p>
              <a:r>
                <a:rPr lang="en-US" smtClean="0"/>
                <a:t> </a:t>
              </a:r>
              <a:r>
                <a:rPr lang="en-US" smtClean="0"/>
                <a:t>   AudioService</a:t>
              </a:r>
              <a:br>
                <a:rPr lang="en-US" smtClean="0"/>
              </a:br>
              <a:r>
                <a:rPr lang="en-US" smtClean="0"/>
                <a:t>    ParticleService</a:t>
              </a:r>
            </a:p>
            <a:p>
              <a:r>
                <a:rPr lang="en-US" smtClean="0"/>
                <a:t>}</a:t>
              </a:r>
            </a:p>
          </p:txBody>
        </p:sp>
      </p:grpSp>
      <p:grpSp>
        <p:nvGrpSpPr>
          <p:cNvPr id="7" name="Группа 6"/>
          <p:cNvGrpSpPr/>
          <p:nvPr/>
        </p:nvGrpSpPr>
        <p:grpSpPr>
          <a:xfrm>
            <a:off x="611560" y="3212976"/>
            <a:ext cx="2736304" cy="1584176"/>
            <a:chOff x="5940152" y="1268760"/>
            <a:chExt cx="2736304" cy="1584176"/>
          </a:xfrm>
        </p:grpSpPr>
        <p:sp>
          <p:nvSpPr>
            <p:cNvPr id="8" name="Скругленный прямоугольник 7"/>
            <p:cNvSpPr/>
            <p:nvPr/>
          </p:nvSpPr>
          <p:spPr>
            <a:xfrm>
              <a:off x="5940152" y="1268760"/>
              <a:ext cx="2736304" cy="1584176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084168" y="1303600"/>
              <a:ext cx="244827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mtClean="0"/>
                <a:t>class Factory</a:t>
              </a:r>
            </a:p>
            <a:p>
              <a:r>
                <a:rPr lang="en-US" smtClean="0"/>
                <a:t>{</a:t>
              </a:r>
            </a:p>
            <a:p>
              <a:r>
                <a:rPr lang="en-US" smtClean="0"/>
                <a:t> </a:t>
              </a:r>
              <a:r>
                <a:rPr lang="en-US" smtClean="0"/>
                <a:t>   Create()</a:t>
              </a:r>
            </a:p>
            <a:p>
              <a:r>
                <a:rPr lang="en-US" smtClean="0"/>
                <a:t>}</a:t>
              </a:r>
            </a:p>
          </p:txBody>
        </p:sp>
      </p:grpSp>
      <p:grpSp>
        <p:nvGrpSpPr>
          <p:cNvPr id="10" name="Группа 9"/>
          <p:cNvGrpSpPr/>
          <p:nvPr/>
        </p:nvGrpSpPr>
        <p:grpSpPr>
          <a:xfrm>
            <a:off x="539552" y="620688"/>
            <a:ext cx="2736304" cy="1584176"/>
            <a:chOff x="5940152" y="1268760"/>
            <a:chExt cx="2736304" cy="1584176"/>
          </a:xfrm>
        </p:grpSpPr>
        <p:sp>
          <p:nvSpPr>
            <p:cNvPr id="11" name="Скругленный прямоугольник 10"/>
            <p:cNvSpPr/>
            <p:nvPr/>
          </p:nvSpPr>
          <p:spPr>
            <a:xfrm>
              <a:off x="5940152" y="1268760"/>
              <a:ext cx="2736304" cy="1584176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084168" y="1303600"/>
              <a:ext cx="244827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mtClean="0"/>
                <a:t>class Spawner</a:t>
              </a:r>
            </a:p>
            <a:p>
              <a:r>
                <a:rPr lang="en-US" smtClean="0"/>
                <a:t>{</a:t>
              </a:r>
            </a:p>
            <a:p>
              <a:r>
                <a:rPr lang="en-US" smtClean="0"/>
                <a:t> </a:t>
              </a:r>
              <a:r>
                <a:rPr lang="en-US" smtClean="0"/>
                <a:t>   Pool</a:t>
              </a:r>
            </a:p>
            <a:p>
              <a:r>
                <a:rPr lang="en-US" smtClean="0"/>
                <a:t>}</a:t>
              </a:r>
            </a:p>
          </p:txBody>
        </p:sp>
      </p:grpSp>
      <p:grpSp>
        <p:nvGrpSpPr>
          <p:cNvPr id="13" name="Группа 12"/>
          <p:cNvGrpSpPr/>
          <p:nvPr/>
        </p:nvGrpSpPr>
        <p:grpSpPr>
          <a:xfrm>
            <a:off x="5580112" y="1556792"/>
            <a:ext cx="2736304" cy="1584176"/>
            <a:chOff x="5940152" y="1268760"/>
            <a:chExt cx="2736304" cy="1584176"/>
          </a:xfrm>
        </p:grpSpPr>
        <p:sp>
          <p:nvSpPr>
            <p:cNvPr id="14" name="Скругленный прямоугольник 13"/>
            <p:cNvSpPr/>
            <p:nvPr/>
          </p:nvSpPr>
          <p:spPr>
            <a:xfrm>
              <a:off x="5940152" y="1268760"/>
              <a:ext cx="2736304" cy="1584176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084168" y="1303600"/>
              <a:ext cx="244827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mtClean="0"/>
                <a:t>class Pool</a:t>
              </a:r>
            </a:p>
            <a:p>
              <a:r>
                <a:rPr lang="en-US" smtClean="0"/>
                <a:t>{</a:t>
              </a:r>
            </a:p>
            <a:p>
              <a:r>
                <a:rPr lang="en-US" smtClean="0"/>
                <a:t> </a:t>
              </a:r>
              <a:r>
                <a:rPr lang="en-US" smtClean="0"/>
                <a:t>   Factory</a:t>
              </a:r>
            </a:p>
            <a:p>
              <a:r>
                <a:rPr lang="en-US" smtClean="0"/>
                <a:t>}</a:t>
              </a:r>
            </a:p>
          </p:txBody>
        </p:sp>
      </p:grpSp>
      <p:cxnSp>
        <p:nvCxnSpPr>
          <p:cNvPr id="17" name="Прямая со стрелкой 16"/>
          <p:cNvCxnSpPr>
            <a:stCxn id="11" idx="3"/>
            <a:endCxn id="14" idx="1"/>
          </p:cNvCxnSpPr>
          <p:nvPr/>
        </p:nvCxnSpPr>
        <p:spPr>
          <a:xfrm>
            <a:off x="3275856" y="1412776"/>
            <a:ext cx="2304256" cy="936104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>
            <a:stCxn id="14" idx="1"/>
            <a:endCxn id="8" idx="3"/>
          </p:cNvCxnSpPr>
          <p:nvPr/>
        </p:nvCxnSpPr>
        <p:spPr>
          <a:xfrm flipH="1">
            <a:off x="3347864" y="2348880"/>
            <a:ext cx="2232248" cy="1656184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>
            <a:stCxn id="8" idx="3"/>
            <a:endCxn id="4" idx="1"/>
          </p:cNvCxnSpPr>
          <p:nvPr/>
        </p:nvCxnSpPr>
        <p:spPr>
          <a:xfrm>
            <a:off x="3347864" y="4005064"/>
            <a:ext cx="2304256" cy="1368152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Техническая">
  <a:themeElements>
    <a:clrScheme name="Техническая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Техническая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Техническая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0</TotalTime>
  <Words>24</Words>
  <Application>Microsoft Office PowerPoint</Application>
  <PresentationFormat>Экран (4:3)</PresentationFormat>
  <Paragraphs>16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Техническая</vt:lpstr>
      <vt:lpstr>Слайд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Acer</dc:creator>
  <cp:lastModifiedBy>Acer</cp:lastModifiedBy>
  <cp:revision>1</cp:revision>
  <dcterms:created xsi:type="dcterms:W3CDTF">2026-04-27T16:16:09Z</dcterms:created>
  <dcterms:modified xsi:type="dcterms:W3CDTF">2026-04-27T16:24:11Z</dcterms:modified>
</cp:coreProperties>
</file>